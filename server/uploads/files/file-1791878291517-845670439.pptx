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obj_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0"/>
            <a:ext cx="200025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48775" y="657225"/>
            <a:ext cx="8001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7290A7"/>
                </a:solidFill>
                <a:latin typeface="맑은 고딕"/>
              </a:rPr>
              <a:t>※ /|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950" y="3286125"/>
            <a:ext cx="374332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0">
                <a:solidFill>
                  <a:srgbClr val="F9FB18"/>
                </a:solidFill>
                <a:latin typeface="맑은 고딕"/>
              </a:rPr>
              <a:t>생성형 Als 활용한|</a:t>
            </a:r>
          </a:p>
          <a:p>
            <a:pPr algn="l"/>
            <a:r>
              <a:rPr sz="3000" b="0">
                <a:solidFill>
                  <a:srgbClr val="F9FB18"/>
                </a:solidFill>
                <a:latin typeface="맑은 고딕"/>
              </a:rPr>
              <a:t>일하는 방식의 혁신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9825" y="3686175"/>
            <a:ext cx="914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>
                <a:solidFill>
                  <a:srgbClr val="789AB5"/>
                </a:solidFill>
                <a:latin typeface="맑은 고딕"/>
              </a:rPr>
              <a:t>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4850" y="4848225"/>
            <a:ext cx="2047875" cy="542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F8FB1D"/>
                </a:solidFill>
                <a:latin typeface="맑은 고딕"/>
              </a:rPr>
              <a:t>과제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5619750"/>
            <a:ext cx="193357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4E3F3"/>
                </a:solidFill>
                <a:latin typeface="맑은 고딕"/>
              </a:rPr>
              <a:t>출 연 : 홍 희 대 강사</a:t>
            </a:r>
          </a:p>
          <a:p>
            <a:pPr algn="l"/>
            <a:r>
              <a:rPr sz="1300" b="0">
                <a:solidFill>
                  <a:srgbClr val="D4E3F3"/>
                </a:solidFill>
                <a:latin typeface="맑은 고딕"/>
              </a:rPr>
              <a:t>주인공 : 교보증권 임직원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